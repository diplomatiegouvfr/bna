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7" r:id="rId1"/>
  </p:sldMasterIdLst>
  <p:notesMasterIdLst>
    <p:notesMasterId r:id="rId2"/>
  </p:notesMasterIdLst>
  <p:handoutMasterIdLst>
    <p:handoutMasterId r:id="rId3"/>
  </p:handoutMasterIdLst>
  <p:sldSz cx="10655300" cy="7559675"/>
  <p:notesSz cx="6797675" cy="9926638"/>
  <p:defaultTextStyle>
    <a:defPPr>
      <a:defRPr lang="fr-FR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orient="horz" pos="281" userDrawn="1">
          <p15:clr>
            <a:srgbClr val="A4A3A4"/>
          </p15:clr>
        </p15:guide>
        <p15:guide id="3" orient="horz" pos="1256" userDrawn="1">
          <p15:clr>
            <a:srgbClr val="A4A3A4"/>
          </p15:clr>
        </p15:guide>
        <p15:guide id="4" orient="horz" pos="1207" userDrawn="1">
          <p15:clr>
            <a:srgbClr val="A4A3A4"/>
          </p15:clr>
        </p15:guide>
        <p15:guide id="5" orient="horz" pos="4481" userDrawn="1">
          <p15:clr>
            <a:srgbClr val="A4A3A4"/>
          </p15:clr>
        </p15:guide>
        <p15:guide id="6" orient="horz" pos="4631" userDrawn="1">
          <p15:clr>
            <a:srgbClr val="A4A3A4"/>
          </p15:clr>
        </p15:guide>
        <p15:guide id="7" pos="3356" userDrawn="1">
          <p15:clr>
            <a:srgbClr val="A4A3A4"/>
          </p15:clr>
        </p15:guide>
        <p15:guide id="8" pos="555" userDrawn="1">
          <p15:clr>
            <a:srgbClr val="A4A3A4"/>
          </p15:clr>
        </p15:guide>
        <p15:guide id="9" pos="6051" userDrawn="1">
          <p15:clr>
            <a:srgbClr val="A4A3A4"/>
          </p15:clr>
        </p15:guide>
        <p15:guide id="10" pos="63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151"/>
    <a:srgbClr val="DA9126"/>
    <a:srgbClr val="DD7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660" autoAdjust="0"/>
  </p:normalViewPr>
  <p:slideViewPr>
    <p:cSldViewPr showGuides="1">
      <p:cViewPr varScale="1">
        <p:scale>
          <a:sx n="101" d="100"/>
          <a:sy n="101" d="100"/>
        </p:scale>
        <p:origin x="3034" y="86"/>
      </p:cViewPr>
      <p:guideLst>
        <p:guide orient="horz" pos="2381"/>
        <p:guide orient="horz" pos="281"/>
        <p:guide orient="horz" pos="1256"/>
        <p:guide orient="horz" pos="1207"/>
        <p:guide orient="horz" pos="4481"/>
        <p:guide orient="horz" pos="4631"/>
        <p:guide pos="3356"/>
        <p:guide pos="555"/>
        <p:guide pos="6051"/>
        <p:guide pos="6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593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85FEE-914D-4A25-9854-AFD784F29A2C}" type="datetimeFigureOut">
              <a:rPr lang="fr-FR" smtClean="0"/>
              <a:pPr/>
              <a:t>30/05/2022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E9522F-5ACC-4656-936D-D8CD941B142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5553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30/05/2022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744538"/>
            <a:ext cx="52451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95507" rtl="0" eaLnBrk="1" latinLnBrk="0" hangingPunct="1">
      <a:defRPr sz="1306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97754" algn="l" defTabSz="995507" rtl="0" eaLnBrk="1" latinLnBrk="0" hangingPunct="1">
      <a:defRPr sz="1306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95507" algn="l" defTabSz="995507" rtl="0" eaLnBrk="1" latinLnBrk="0" hangingPunct="1">
      <a:defRPr sz="1306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493261" algn="l" defTabSz="995507" rtl="0" eaLnBrk="1" latinLnBrk="0" hangingPunct="1">
      <a:defRPr sz="1306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991015" algn="l" defTabSz="995507" rtl="0" eaLnBrk="1" latinLnBrk="0" hangingPunct="1">
      <a:defRPr sz="1306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488768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1" y="7295119"/>
            <a:ext cx="209750" cy="264556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XX/XX/XXXX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839000" y="5761280"/>
            <a:ext cx="3775500" cy="1322778"/>
          </a:xfrm>
        </p:spPr>
        <p:txBody>
          <a:bodyPr anchor="b" anchorCtr="0"/>
          <a:lstStyle>
            <a:lvl1pPr>
              <a:defRPr sz="1146"/>
            </a:lvl1pPr>
          </a:lstStyle>
          <a:p>
            <a:r>
              <a:rPr lang="fr-FR" dirty="0"/>
              <a:t>Intitulé de la direction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1" y="7295119"/>
            <a:ext cx="209750" cy="264556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209750" cy="264556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00" y="287319"/>
            <a:ext cx="5202377" cy="51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/>
          <p:cNvCxnSpPr/>
          <p:nvPr userDrawn="1"/>
        </p:nvCxnSpPr>
        <p:spPr bwMode="gray">
          <a:xfrm>
            <a:off x="419500" y="7031887"/>
            <a:ext cx="98163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750" y="287320"/>
            <a:ext cx="3009899" cy="2700429"/>
          </a:xfrm>
          <a:prstGeom prst="rect">
            <a:avLst/>
          </a:prstGeom>
        </p:spPr>
      </p:pic>
      <p:sp>
        <p:nvSpPr>
          <p:cNvPr id="7" name="Espace réservé du texte 10">
            <a:extLst>
              <a:ext uri="{FF2B5EF4-FFF2-40B4-BE49-F238E27FC236}">
                <a16:creationId xmlns:a16="http://schemas.microsoft.com/office/drawing/2014/main" id="{8DBCF1E0-F905-41D1-867E-C8D5565D69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35249" y="3275781"/>
            <a:ext cx="9816300" cy="329730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00" b="1" cap="all" baseline="0"/>
            </a:lvl1pPr>
            <a:lvl2pPr marL="0" indent="0">
              <a:spcBef>
                <a:spcPts val="498"/>
              </a:spcBef>
              <a:spcAft>
                <a:spcPts val="0"/>
              </a:spcAft>
              <a:buNone/>
              <a:defRPr sz="1800"/>
            </a:lvl2pPr>
          </a:lstStyle>
          <a:p>
            <a:pPr lvl="0"/>
            <a:r>
              <a:rPr lang="fr-FR" dirty="0"/>
              <a:t>Titre</a:t>
            </a:r>
          </a:p>
          <a:p>
            <a:pPr lvl="0"/>
            <a:endParaRPr lang="fr-FR" dirty="0"/>
          </a:p>
          <a:p>
            <a:pPr lvl="1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19499" y="1026000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C3BA93-99D1-48E7-8BFB-980FB1C958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contenu 8">
            <a:extLst>
              <a:ext uri="{FF2B5EF4-FFF2-40B4-BE49-F238E27FC236}">
                <a16:creationId xmlns:a16="http://schemas.microsoft.com/office/drawing/2014/main" id="{C650B9A3-6A92-4C97-B49E-CE0E0107441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419498" y="1874827"/>
            <a:ext cx="9816300" cy="4606785"/>
          </a:xfrm>
        </p:spPr>
        <p:txBody>
          <a:bodyPr/>
          <a:lstStyle>
            <a:lvl1pPr>
              <a:spcAft>
                <a:spcPts val="299"/>
              </a:spcAft>
              <a:defRPr sz="2000"/>
            </a:lvl1pPr>
            <a:lvl2pPr>
              <a:spcBef>
                <a:spcPts val="0"/>
              </a:spcBef>
              <a:spcAft>
                <a:spcPts val="299"/>
              </a:spcAft>
              <a:defRPr sz="1600"/>
            </a:lvl2pPr>
            <a:lvl3pPr>
              <a:defRPr sz="1196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8C78415-F525-4260-BC07-AB37151A6C0A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19499" y="1026000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FBC258-393D-46DA-88BF-CAA716360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63645" y="1732698"/>
            <a:ext cx="7128000" cy="4464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CED72175-E31D-4193-9CC6-920F9D5D08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9499" y="6080400"/>
            <a:ext cx="9817200" cy="7200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B5F92E0-B2D5-4DBA-9033-E7B1AAF5B7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58358" y="3707829"/>
            <a:ext cx="6138575" cy="513739"/>
          </a:xfr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CD904195-323B-4FEF-8075-A9B277B5A2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B882E46-285B-4441-B81D-2FC5CECFFF98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06901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FBC258-393D-46DA-88BF-CAA716360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0022" y="2875513"/>
            <a:ext cx="2988000" cy="1836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21200" y="1024113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DC869-05F6-4FC1-90FF-B3CD63725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822" y="6078589"/>
            <a:ext cx="9817200" cy="7200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CF391678-6EB0-4F55-BEC5-0A75D59CE5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050" y="2228143"/>
            <a:ext cx="9817200" cy="392400"/>
          </a:xfrm>
        </p:spPr>
        <p:txBody>
          <a:bodyPr/>
          <a:lstStyle>
            <a:lvl1pPr>
              <a:defRPr sz="196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5284D6-5790-447B-9730-128313FBBBE1}"/>
              </a:ext>
            </a:extLst>
          </p:cNvPr>
          <p:cNvSpPr/>
          <p:nvPr userDrawn="1"/>
        </p:nvSpPr>
        <p:spPr>
          <a:xfrm>
            <a:off x="412822" y="2852521"/>
            <a:ext cx="3002400" cy="1875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AEE6F-DC5B-423F-87B6-388F92871447}"/>
              </a:ext>
            </a:extLst>
          </p:cNvPr>
          <p:cNvSpPr/>
          <p:nvPr userDrawn="1"/>
        </p:nvSpPr>
        <p:spPr>
          <a:xfrm>
            <a:off x="3819772" y="2847548"/>
            <a:ext cx="3002400" cy="1875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6F3CC-E6C6-457C-AD1C-8032D4900E68}"/>
              </a:ext>
            </a:extLst>
          </p:cNvPr>
          <p:cNvSpPr/>
          <p:nvPr userDrawn="1"/>
        </p:nvSpPr>
        <p:spPr>
          <a:xfrm>
            <a:off x="7226722" y="2842037"/>
            <a:ext cx="3002400" cy="18756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Espace réservé pour une image  2">
            <a:extLst>
              <a:ext uri="{FF2B5EF4-FFF2-40B4-BE49-F238E27FC236}">
                <a16:creationId xmlns:a16="http://schemas.microsoft.com/office/drawing/2014/main" id="{587EDFE9-BF34-4ECB-A31D-2D19226AD47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6972" y="2870982"/>
            <a:ext cx="2988000" cy="1836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7" name="Espace réservé pour une image  2">
            <a:extLst>
              <a:ext uri="{FF2B5EF4-FFF2-40B4-BE49-F238E27FC236}">
                <a16:creationId xmlns:a16="http://schemas.microsoft.com/office/drawing/2014/main" id="{3D446467-19A0-4571-93CF-F88581FA1B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39330" y="2865022"/>
            <a:ext cx="2988000" cy="1836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21C1F55A-4711-450C-994A-2060232726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72017" y="3577288"/>
            <a:ext cx="2311400" cy="404207"/>
          </a:xfrm>
        </p:spPr>
        <p:txBody>
          <a:bodyPr/>
          <a:lstStyle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7679056F-3101-4505-B435-19A17C3173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7521" y="3586879"/>
            <a:ext cx="2311400" cy="404207"/>
          </a:xfrm>
        </p:spPr>
        <p:txBody>
          <a:bodyPr/>
          <a:lstStyle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22603958-41CD-4D7E-8293-A83BB7BD53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162245" y="3586879"/>
            <a:ext cx="2311400" cy="404207"/>
          </a:xfrm>
        </p:spPr>
        <p:txBody>
          <a:bodyPr/>
          <a:lstStyle>
            <a:lvl1pPr algn="ctr">
              <a:defRPr sz="1800"/>
            </a:lvl1pPr>
            <a:lvl2pPr algn="ctr">
              <a:defRPr sz="1800"/>
            </a:lvl2pPr>
            <a:lvl3pPr algn="ctr">
              <a:defRPr sz="1800"/>
            </a:lvl3pPr>
            <a:lvl4pPr algn="ctr">
              <a:defRPr sz="1800"/>
            </a:lvl4pPr>
            <a:lvl5pPr algn="ctr">
              <a:defRPr sz="1800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7E7F1CA1-B953-47FB-807F-2B17582F4C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5BB7665-A846-4565-9835-127026017F29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63988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21200" y="1024113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FBC258-393D-46DA-88BF-CAA716360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33422" y="1562715"/>
            <a:ext cx="7776000" cy="46260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DC869-05F6-4FC1-90FF-B3CD63725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822" y="5934573"/>
            <a:ext cx="9817200" cy="797592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5DA8BA1A-A8CA-4F49-8877-81D2B10D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F1447A-EE60-49C4-99CC-8BAC57883C1B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54104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19499" y="1026000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3" name="Espace réservé du tableau 2">
            <a:extLst>
              <a:ext uri="{FF2B5EF4-FFF2-40B4-BE49-F238E27FC236}">
                <a16:creationId xmlns:a16="http://schemas.microsoft.com/office/drawing/2014/main" id="{7FB73EDD-352F-42C7-87D4-A3A4A8D45AE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419499" y="1835621"/>
            <a:ext cx="9817100" cy="4219651"/>
          </a:xfrm>
        </p:spPr>
        <p:txBody>
          <a:bodyPr/>
          <a:lstStyle/>
          <a:p>
            <a:endParaRPr lang="fr-FR" noProof="0"/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13D9EFE3-C017-48DF-8BAD-78A679836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9" name="Espace réservé du texte 4">
            <a:extLst>
              <a:ext uri="{FF2B5EF4-FFF2-40B4-BE49-F238E27FC236}">
                <a16:creationId xmlns:a16="http://schemas.microsoft.com/office/drawing/2014/main" id="{58677589-6A4F-4D72-8654-8DCBFF53B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2822" y="6078589"/>
            <a:ext cx="9817200" cy="720000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F844075-D09B-4548-B929-0E470DEF12F6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2316829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21200" y="1024113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FBC258-393D-46DA-88BF-CAA716360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4814" y="1553283"/>
            <a:ext cx="9129600" cy="43812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DC869-05F6-4FC1-90FF-B3CD63725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822" y="5934573"/>
            <a:ext cx="9817200" cy="797592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5DA8BA1A-A8CA-4F49-8877-81D2B10D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F1447A-EE60-49C4-99CC-8BAC57883C1B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441893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21200" y="1024113"/>
            <a:ext cx="9816300" cy="529170"/>
          </a:xfrm>
        </p:spPr>
        <p:txBody>
          <a:bodyPr/>
          <a:lstStyle>
            <a:lvl1pPr>
              <a:defRPr sz="2800"/>
            </a:lvl1pPr>
          </a:lstStyle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8" name="ZoneTexte 7"/>
          <p:cNvSpPr txBox="1"/>
          <p:nvPr userDrawn="1"/>
        </p:nvSpPr>
        <p:spPr>
          <a:xfrm>
            <a:off x="392965" y="7030567"/>
            <a:ext cx="40955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12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97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MEAE / DNUM / SIN 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1FBC258-393D-46DA-88BF-CAA716360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10022" y="1616237"/>
            <a:ext cx="6022800" cy="43272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4EDC869-05F6-4FC1-90FF-B3CD637258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2822" y="5934573"/>
            <a:ext cx="9817200" cy="797592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texte 4">
            <a:extLst>
              <a:ext uri="{FF2B5EF4-FFF2-40B4-BE49-F238E27FC236}">
                <a16:creationId xmlns:a16="http://schemas.microsoft.com/office/drawing/2014/main" id="{5DA8BA1A-A8CA-4F49-8877-81D2B10D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70908" y="7043068"/>
            <a:ext cx="2364890" cy="191081"/>
          </a:xfrm>
          <a:prstGeom prst="rect">
            <a:avLst/>
          </a:prstGeom>
        </p:spPr>
        <p:txBody>
          <a:bodyPr/>
          <a:lstStyle>
            <a:lvl1pPr algn="r">
              <a:defRPr sz="1000" b="1"/>
            </a:lvl1pPr>
            <a:lvl2pPr algn="r">
              <a:defRPr sz="1000" b="1"/>
            </a:lvl2pPr>
            <a:lvl3pPr algn="r">
              <a:defRPr sz="1000" b="1"/>
            </a:lvl3pPr>
            <a:lvl4pPr algn="r">
              <a:defRPr sz="1000" b="1"/>
            </a:lvl4pPr>
            <a:lvl5pPr algn="r">
              <a:defRPr sz="1000" b="1"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AF1447A-EE60-49C4-99CC-8BAC57883C1B}"/>
              </a:ext>
            </a:extLst>
          </p:cNvPr>
          <p:cNvSpPr txBox="1"/>
          <p:nvPr userDrawn="1"/>
        </p:nvSpPr>
        <p:spPr>
          <a:xfrm>
            <a:off x="4836093" y="7024201"/>
            <a:ext cx="9831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dirty="0"/>
              <a:t>Page </a:t>
            </a:r>
            <a:fld id="{695B8A07-687E-4A09-9236-333DF71DB9E0}" type="slidenum">
              <a:rPr lang="fr-FR" sz="1000" b="1" smtClean="0"/>
              <a:t>‹N°›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73444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19499" y="1322778"/>
            <a:ext cx="9816300" cy="10582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19499" y="2698467"/>
            <a:ext cx="9816300" cy="378314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 de niveau 1</a:t>
            </a:r>
          </a:p>
          <a:p>
            <a:pPr lvl="1"/>
            <a:r>
              <a:rPr lang="fr-FR" noProof="0" dirty="0"/>
              <a:t>Texte de niveau 2</a:t>
            </a:r>
          </a:p>
          <a:p>
            <a:pPr lvl="2"/>
            <a:r>
              <a:rPr lang="fr-FR" noProof="0" dirty="0"/>
              <a:t>Texte de niveau 3</a:t>
            </a:r>
          </a:p>
          <a:p>
            <a:pPr lvl="3"/>
            <a:r>
              <a:rPr lang="fr-FR" noProof="0" dirty="0"/>
              <a:t>Texte de niveau 4</a:t>
            </a:r>
          </a:p>
          <a:p>
            <a:pPr lvl="4"/>
            <a:r>
              <a:rPr lang="fr-FR" noProof="0" dirty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872426" y="7030565"/>
            <a:ext cx="1363375" cy="52911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47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19501" y="7030565"/>
            <a:ext cx="6879800" cy="52911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47" b="1">
                <a:solidFill>
                  <a:schemeClr val="tx1"/>
                </a:solidFill>
              </a:defRPr>
            </a:lvl1pPr>
          </a:lstStyle>
          <a:p>
            <a:r>
              <a:rPr lang="fr-FR"/>
              <a:t>Intitulé de la direction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7299300" y="7030565"/>
            <a:ext cx="1573125" cy="52911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47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19500" y="7031887"/>
            <a:ext cx="98163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9" y="181484"/>
            <a:ext cx="755184" cy="87095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798" r:id="rId3"/>
    <p:sldLayoutId id="2147483813" r:id="rId4"/>
    <p:sldLayoutId id="2147483816" r:id="rId5"/>
    <p:sldLayoutId id="2147483815" r:id="rId6"/>
    <p:sldLayoutId id="2147483817" r:id="rId7"/>
    <p:sldLayoutId id="2147483818" r:id="rId8"/>
    <p:sldLayoutId id="2147483819" r:id="rId9"/>
  </p:sldLayoutIdLst>
  <p:hf hdr="0"/>
  <p:txStyles>
    <p:titleStyle>
      <a:lvl1pPr algn="l" defTabSz="911291" rtl="0" eaLnBrk="1" latinLnBrk="0" hangingPunct="1">
        <a:lnSpc>
          <a:spcPct val="90000"/>
        </a:lnSpc>
        <a:spcBef>
          <a:spcPct val="0"/>
        </a:spcBef>
        <a:buNone/>
        <a:defRPr sz="2541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1291" rtl="0" eaLnBrk="1" latinLnBrk="0" hangingPunct="1">
        <a:lnSpc>
          <a:spcPct val="100000"/>
        </a:lnSpc>
        <a:spcBef>
          <a:spcPts val="0"/>
        </a:spcBef>
        <a:spcAft>
          <a:spcPts val="498"/>
        </a:spcAft>
        <a:buFont typeface="Arial" pitchFamily="34" charset="0"/>
        <a:buNone/>
        <a:defRPr sz="1046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1143" indent="-71755" algn="l" defTabSz="911291" rtl="0" eaLnBrk="1" latinLnBrk="0" hangingPunct="1">
        <a:lnSpc>
          <a:spcPct val="100000"/>
        </a:lnSpc>
        <a:spcBef>
          <a:spcPts val="598"/>
        </a:spcBef>
        <a:spcAft>
          <a:spcPts val="598"/>
        </a:spcAft>
        <a:buFont typeface="Arial" pitchFamily="34" charset="0"/>
        <a:buChar char="•"/>
        <a:defRPr sz="947" kern="1200">
          <a:solidFill>
            <a:schemeClr val="tx1"/>
          </a:solidFill>
          <a:latin typeface="+mn-lt"/>
          <a:ea typeface="+mn-ea"/>
          <a:cs typeface="+mn-cs"/>
        </a:defRPr>
      </a:lvl2pPr>
      <a:lvl3pPr marL="430531" indent="-71755" algn="l" defTabSz="911291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847" kern="1200">
          <a:solidFill>
            <a:schemeClr val="tx1"/>
          </a:solidFill>
          <a:latin typeface="+mn-lt"/>
          <a:ea typeface="+mn-ea"/>
          <a:cs typeface="+mn-cs"/>
        </a:defRPr>
      </a:lvl3pPr>
      <a:lvl4pPr marL="609919" indent="-71755" algn="l" defTabSz="911291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747" kern="1200">
          <a:solidFill>
            <a:schemeClr val="tx1"/>
          </a:solidFill>
          <a:latin typeface="+mn-lt"/>
          <a:ea typeface="+mn-ea"/>
          <a:cs typeface="+mn-cs"/>
        </a:defRPr>
      </a:lvl4pPr>
      <a:lvl5pPr marL="825185" indent="-71755" algn="l" defTabSz="911291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698" kern="1200">
          <a:solidFill>
            <a:schemeClr val="tx1"/>
          </a:solidFill>
          <a:latin typeface="+mn-lt"/>
          <a:ea typeface="+mn-ea"/>
          <a:cs typeface="+mn-cs"/>
        </a:defRPr>
      </a:lvl5pPr>
      <a:lvl6pPr marL="2506050" indent="-227823" algn="l" defTabSz="911291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696" indent="-227823" algn="l" defTabSz="911291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7341" indent="-227823" algn="l" defTabSz="911291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987" indent="-227823" algn="l" defTabSz="911291" rtl="0" eaLnBrk="1" latinLnBrk="0" hangingPunct="1">
        <a:spcBef>
          <a:spcPct val="20000"/>
        </a:spcBef>
        <a:buFont typeface="Arial" pitchFamily="34" charset="0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646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291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937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582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8228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873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9519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5164" algn="l" defTabSz="911291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pt_ministeriel_arial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Personnalisé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inisteriel_marianne" id="{5F0B8B09-9A99-4083-B883-79F2388C6E1D}" vid="{F8005780-5DEF-4BE0-805B-EA49FB1EABC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ppt_ministeriel_arial</Template>
  <TotalTime>4755</TotalTime>
  <Words>0</Words>
  <Application>Microsoft Office PowerPoint</Application>
  <PresentationFormat>Personnalisé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4" baseType="lpstr">
      <vt:lpstr>Arial</vt:lpstr>
      <vt:lpstr>Calibri</vt:lpstr>
      <vt:lpstr>Verdana</vt:lpstr>
      <vt:lpstr>ppt_ministeriel_arial</vt:lpstr>
    </vt:vector>
  </TitlesOfParts>
  <Manager>Client</Manager>
  <Company>M.A.E.E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olivier.poudade@diplomatie.gouv.fr</dc:creator>
  <cp:lastModifiedBy>Ludwig DE SOUSA</cp:lastModifiedBy>
  <cp:revision>790</cp:revision>
  <dcterms:created xsi:type="dcterms:W3CDTF">2020-03-19T09:30:26Z</dcterms:created>
  <dcterms:modified xsi:type="dcterms:W3CDTF">2022-05-30T11:28:36Z</dcterms:modified>
</cp:coreProperties>
</file>